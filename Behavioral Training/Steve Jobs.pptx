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8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865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3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358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32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6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52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2E171BA-CC09-47C8-A6DF-F5C5CB59CEEC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73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91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20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31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8D095B41-7312-4603-9F0F-93387C35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C5E6C-EA0D-56DF-5A8E-6A6F15265C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5856" r="-1" b="-1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42C936-444C-4F0D-9737-291EAFE1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E311E-5240-24AF-2D20-5DB822E73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85233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Steve Jobs </a:t>
            </a:r>
            <a:br>
              <a:rPr lang="en-US" dirty="0"/>
            </a:br>
            <a:r>
              <a:rPr lang="en-US" sz="4000" cap="none" dirty="0"/>
              <a:t>by</a:t>
            </a:r>
            <a:r>
              <a:rPr lang="en-US" sz="4000" dirty="0"/>
              <a:t> WALTER ISAACSON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36AC1-DBD3-0AE0-1899-FD5B64B50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1892809"/>
            <a:ext cx="8637072" cy="564108"/>
          </a:xfrm>
        </p:spPr>
        <p:txBody>
          <a:bodyPr>
            <a:normAutofit/>
          </a:bodyPr>
          <a:lstStyle/>
          <a:p>
            <a:r>
              <a:rPr lang="en-US" dirty="0"/>
              <a:t>Inspiring, engaging and beautifully narrated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1C4D9F-F4AF-4ED2-9310-56EB2E19C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3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19FDB25-3050-4009-9806-3000DDD1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63EF0F-7BC0-4CFB-AB98-20A8DD91D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80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FF77-7313-D7D6-2F78-FC3B36F0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liked about 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E4345-0627-E100-BD78-AED6D2FA2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Excellent story telling</a:t>
            </a:r>
          </a:p>
          <a:p>
            <a:r>
              <a:rPr lang="en-US" dirty="0"/>
              <a:t>Honest portrayal of Job’s strength and weakness</a:t>
            </a:r>
          </a:p>
          <a:p>
            <a:r>
              <a:rPr lang="en-US" dirty="0"/>
              <a:t>Great Leaders are not Perfect Human Beings</a:t>
            </a:r>
          </a:p>
          <a:p>
            <a:r>
              <a:rPr lang="en-US" dirty="0"/>
              <a:t>His passion for products</a:t>
            </a:r>
          </a:p>
          <a:p>
            <a:r>
              <a:rPr lang="en-US" dirty="0"/>
              <a:t>Key traits : Visionary, Risk Takers , Innovator</a:t>
            </a:r>
          </a:p>
        </p:txBody>
      </p:sp>
    </p:spTree>
    <p:extLst>
      <p:ext uri="{BB962C8B-B14F-4D97-AF65-F5344CB8AC3E}">
        <p14:creationId xmlns:p14="http://schemas.microsoft.com/office/powerpoint/2010/main" val="419689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4555-B356-7F91-7441-C9D3FA172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MEMORABLE INCIDENT: Connecting the dots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9802-EC40-98C4-0FF8-FD26C7186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Calligraphy Class and the Macintosh 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i="1" dirty="0"/>
              <a:t>“You cannot connect the dots looking forward ;you can only connect looking backward”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7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5766-F7E7-AC2F-0334-5049373B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Key TAKEAWAYs: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A3162-2034-6CF3-8AD4-6A9F1CED2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r>
              <a:rPr lang="en-US" sz="2800" dirty="0"/>
              <a:t>Steve Jobs was not perfect ,but his ability to this differently ,challenging conventions ,and pursue excellence made his most influential innovators of all time.</a:t>
            </a:r>
          </a:p>
        </p:txBody>
      </p:sp>
    </p:spTree>
    <p:extLst>
      <p:ext uri="{BB962C8B-B14F-4D97-AF65-F5344CB8AC3E}">
        <p14:creationId xmlns:p14="http://schemas.microsoft.com/office/powerpoint/2010/main" val="50921164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240</TotalTime>
  <Words>115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Gallery</vt:lpstr>
      <vt:lpstr>Steve Jobs  by WALTER ISAACSON</vt:lpstr>
      <vt:lpstr>What I liked about it </vt:lpstr>
      <vt:lpstr>MEMORABLE INCIDENT: Connecting the dots</vt:lpstr>
      <vt:lpstr>My Key TAKEAWAYs: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 Yadav</dc:creator>
  <cp:lastModifiedBy>Rohit B Yadav</cp:lastModifiedBy>
  <cp:revision>3</cp:revision>
  <dcterms:created xsi:type="dcterms:W3CDTF">2026-07-31T09:40:13Z</dcterms:created>
  <dcterms:modified xsi:type="dcterms:W3CDTF">2026-07-31T13:40:32Z</dcterms:modified>
</cp:coreProperties>
</file>